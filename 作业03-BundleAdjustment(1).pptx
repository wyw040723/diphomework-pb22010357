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614" r:id="rId3"/>
    <p:sldId id="816" r:id="rId4"/>
    <p:sldId id="817" r:id="rId5"/>
    <p:sldId id="818" r:id="rId6"/>
    <p:sldId id="819" r:id="rId7"/>
    <p:sldId id="820" r:id="rId8"/>
    <p:sldId id="618" r:id="rId9"/>
    <p:sldId id="822" r:id="rId10"/>
    <p:sldId id="821" r:id="rId11"/>
    <p:sldId id="824" r:id="rId12"/>
    <p:sldId id="53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08" autoAdjust="0"/>
    <p:restoredTop sz="96912" autoAdjust="0"/>
  </p:normalViewPr>
  <p:slideViewPr>
    <p:cSldViewPr snapToGrid="0">
      <p:cViewPr varScale="1">
        <p:scale>
          <a:sx n="156" d="100"/>
          <a:sy n="156" d="100"/>
        </p:scale>
        <p:origin x="952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26F7A-EB2D-4E4B-A70B-2D333C05825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4C29E-77A0-4CDB-9D13-E3483F53A2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469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1F44E-D79E-4ADC-8334-FD9E50FE412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126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1F44E-D79E-4ADC-8334-FD9E50FE412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950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1F44E-D79E-4ADC-8334-FD9E50FE412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627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1F44E-D79E-4ADC-8334-FD9E50FE412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356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42CBB-A2C7-29B9-5404-0ED91260A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DD7C08-FEC5-6678-D240-A708107D7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B45BF2-833E-1084-DD68-DE18CB26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E8DE-F5E2-4670-92AE-0FE4ED2963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1F0229-D024-F1D2-C03D-AC36CA94B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A562A5-DA16-3BCC-99E3-4316963B5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2DA7-4059-4317-B593-0CA1CE19C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905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388FC-74F0-7BF8-1326-1CD941D8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64DF75-0AC6-EE9A-221B-16471F1A6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B86C27-A05A-9CCC-8A69-CA44BCE6A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E8DE-F5E2-4670-92AE-0FE4ED2963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CE8880-3AEB-2DD7-C154-8C1C0A99E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06BAAA-593E-388C-02C9-CA4E824F5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2DA7-4059-4317-B593-0CA1CE19C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398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9781C-5F99-747A-39B0-7FD88763F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C2CFEB-ACA8-0D9C-CE3A-7C064445E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E7990-8CB6-B8AF-6608-D7A199CBE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E8DE-F5E2-4670-92AE-0FE4ED2963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09C605-0975-544B-3E90-41CCF2E1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044AE8-3D8A-541C-5079-3E7A5988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2DA7-4059-4317-B593-0CA1CE19C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305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A3C8C-90EA-20E2-29DA-658D9A8FE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B364E7-C276-5096-6FDA-47E25C38E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A2C475-67D4-D27A-B903-4E3357B26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ECC3E2-CD29-23C8-453B-97E15857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E8DE-F5E2-4670-92AE-0FE4ED2963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77F68C-A786-5393-830E-70CF2F56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A221EA-EAFB-92AF-9E69-05A9E78F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2DA7-4059-4317-B593-0CA1CE19C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39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42AA8-DEB5-D9B7-E036-21528ADB3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B7C4DD-FD60-DA71-FED3-07D401A6C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48B2B8-15E2-F190-7041-F8DED99DA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54B15B-1E7B-A06D-676A-3754BBE63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C8DAA7-42F8-4F54-866E-BBC95D237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5F9BC0-6D14-D6B0-F11E-694F3B43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E8DE-F5E2-4670-92AE-0FE4ED2963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783178-B43E-A8DC-0841-4AD760D9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C0C481-8D0C-6017-E3C1-B8F96E5E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2DA7-4059-4317-B593-0CA1CE19C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62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127A87-95C9-E05B-C32A-2F2E73E60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FC00FE-9036-C149-9577-840736FD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E8DE-F5E2-4670-92AE-0FE4ED2963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E4EAEF-0DD1-2228-19D7-2E1DFA02D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E05262-8294-FF42-6149-E8225039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2DA7-4059-4317-B593-0CA1CE19C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82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315FF3-1B09-806C-A71F-8DF7A9B9C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E8DE-F5E2-4670-92AE-0FE4ED2963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8BE195-B7C2-6917-49E9-BE968D5C0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F5CC76-633A-5448-3F3F-52671F3C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2DA7-4059-4317-B593-0CA1CE19C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62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2B512-D38F-7B32-E37E-DDF0AD5E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EC78BF-4040-B780-256D-0C30EFA76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E35824-4994-9EA0-DF4B-47B1D9B5E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64A3FC-1AAB-451A-2867-0B555F532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E8DE-F5E2-4670-92AE-0FE4ED2963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66FBFB-46A2-99B0-B2A9-FA96E8F5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2A388B-B420-93C8-B3A6-1D8F8F893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2DA7-4059-4317-B593-0CA1CE19C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600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6E206-45D0-A7FF-9006-07A180761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19BD3CA-4C11-16D4-A251-1A40F7964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F940CD-27B0-0DA4-7013-4FC302752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8ADC2-488A-05DD-F857-712C620AF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E8DE-F5E2-4670-92AE-0FE4ED2963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9B559E-75DF-53D6-FC74-E47BD3DF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E6E5-D5EE-4824-744E-6D2479E8F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2DA7-4059-4317-B593-0CA1CE19C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61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BD633-8541-2717-400B-C42FFE8C4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F39F55-8E26-53E0-395A-FF8F2C702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9DC659-CC2A-EA13-5B70-B6F7E75A6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E8DE-F5E2-4670-92AE-0FE4ED2963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274CFC-A3CA-BC8F-F7C4-1F9CE92D5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77B18E-92DF-D539-322B-D93207BFE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2DA7-4059-4317-B593-0CA1CE19C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821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441623-C3E1-4282-046A-E493A60CA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37F3CC-1C0C-BEB2-7998-8C1062A6D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E3F9CC-7F0F-237B-2137-B85FC4E0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E8DE-F5E2-4670-92AE-0FE4ED2963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20BA9E-6D22-14A1-FDC9-2D2435A35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EB9BAE-CD62-C4B9-C275-119F7830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62DA7-4059-4317-B593-0CA1CE19C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131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14CB553-4C23-5FBA-FCD1-1B4967380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B87C4A-E973-92E5-FFCF-07929FA25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789302-E6D6-C942-50CA-285133836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9E8DE-F5E2-4670-92AE-0FE4ED296389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E086C3-5144-8C20-5D3F-FFC7AFFAC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2FBD08-6EB4-BBB0-AE44-561963D30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62DA7-4059-4317-B593-0CA1CE19C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80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gif"/><Relationship Id="rId5" Type="http://schemas.openxmlformats.org/officeDocument/2006/relationships/image" Target="../media/image2.png"/><Relationship Id="rId4" Type="http://schemas.openxmlformats.org/officeDocument/2006/relationships/hyperlink" Target="https://github.com/YudongGuo/DIP-Teaching/tree/main/Assignments/03_BundleAdjustmen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map.github.io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6064CFF-1AD1-C821-3A80-46EA9BE8B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2" y="27708"/>
            <a:ext cx="4066252" cy="92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772C49B-0B0E-B3B5-C9AB-62D90A8DBF80}"/>
              </a:ext>
            </a:extLst>
          </p:cNvPr>
          <p:cNvSpPr/>
          <p:nvPr/>
        </p:nvSpPr>
        <p:spPr>
          <a:xfrm>
            <a:off x="0" y="1224158"/>
            <a:ext cx="12192000" cy="14712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占位符 8">
            <a:extLst>
              <a:ext uri="{FF2B5EF4-FFF2-40B4-BE49-F238E27FC236}">
                <a16:creationId xmlns:a16="http://schemas.microsoft.com/office/drawing/2014/main" id="{164D37D4-BAEE-FC76-2DB1-AF8E1F8F59F4}"/>
              </a:ext>
            </a:extLst>
          </p:cNvPr>
          <p:cNvSpPr txBox="1">
            <a:spLocks/>
          </p:cNvSpPr>
          <p:nvPr/>
        </p:nvSpPr>
        <p:spPr>
          <a:xfrm>
            <a:off x="-2252" y="1224158"/>
            <a:ext cx="12194252" cy="14712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实现</a:t>
            </a:r>
            <a:r>
              <a:rPr lang="en-US" altLang="zh-CN" sz="5400" b="1" dirty="0" err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BundleAdjustment</a:t>
            </a:r>
            <a:endParaRPr lang="en-US" altLang="zh-CN" sz="5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F98770-9197-E4EC-328F-6F440EF07E91}"/>
              </a:ext>
            </a:extLst>
          </p:cNvPr>
          <p:cNvSpPr txBox="1"/>
          <p:nvPr/>
        </p:nvSpPr>
        <p:spPr>
          <a:xfrm>
            <a:off x="1" y="6289677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hlinkClick r:id="rId4"/>
              </a:rPr>
              <a:t>https://</a:t>
            </a:r>
            <a:r>
              <a:rPr lang="en-US" altLang="zh-CN" dirty="0" err="1">
                <a:hlinkClick r:id="rId4"/>
              </a:rPr>
              <a:t>github.com</a:t>
            </a:r>
            <a:r>
              <a:rPr lang="en-US" altLang="zh-CN" dirty="0">
                <a:hlinkClick r:id="rId4"/>
              </a:rPr>
              <a:t>/</a:t>
            </a:r>
            <a:r>
              <a:rPr lang="en-US" altLang="zh-CN" dirty="0" err="1">
                <a:hlinkClick r:id="rId4"/>
              </a:rPr>
              <a:t>YudongGuo</a:t>
            </a:r>
            <a:r>
              <a:rPr lang="en-US" altLang="zh-CN" dirty="0">
                <a:hlinkClick r:id="rId4"/>
              </a:rPr>
              <a:t>/DIP-Teaching/tree/main/Assignments/03_BundleAdjustment</a:t>
            </a:r>
            <a:endParaRPr lang="zh-CN" altLang="en-US" dirty="0"/>
          </a:p>
        </p:txBody>
      </p:sp>
      <p:pic>
        <p:nvPicPr>
          <p:cNvPr id="2" name="Picture 2" descr="data overview">
            <a:extLst>
              <a:ext uri="{FF2B5EF4-FFF2-40B4-BE49-F238E27FC236}">
                <a16:creationId xmlns:a16="http://schemas.microsoft.com/office/drawing/2014/main" id="{5767DD96-A2E3-2AA9-7BF4-149202712E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99" r="24608" b="51464"/>
          <a:stretch/>
        </p:blipFill>
        <p:spPr bwMode="auto">
          <a:xfrm>
            <a:off x="97653" y="3251174"/>
            <a:ext cx="6892877" cy="258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右箭头 4">
            <a:extLst>
              <a:ext uri="{FF2B5EF4-FFF2-40B4-BE49-F238E27FC236}">
                <a16:creationId xmlns:a16="http://schemas.microsoft.com/office/drawing/2014/main" id="{2DE56360-7306-C5C4-63FE-3FD18AC81E7E}"/>
              </a:ext>
            </a:extLst>
          </p:cNvPr>
          <p:cNvSpPr/>
          <p:nvPr/>
        </p:nvSpPr>
        <p:spPr>
          <a:xfrm>
            <a:off x="7123696" y="4192381"/>
            <a:ext cx="1443256" cy="70133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Picture 4" descr="result">
            <a:extLst>
              <a:ext uri="{FF2B5EF4-FFF2-40B4-BE49-F238E27FC236}">
                <a16:creationId xmlns:a16="http://schemas.microsoft.com/office/drawing/2014/main" id="{F67F8E15-021B-8021-0941-CC43E276B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770" y="3150174"/>
            <a:ext cx="2896094" cy="289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3087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3825A47D-1717-D325-9A34-C46B2427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73"/>
            <a:ext cx="12192000" cy="1325563"/>
          </a:xfrm>
        </p:spPr>
        <p:txBody>
          <a:bodyPr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Part 1: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BundleAdjustment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using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6269C9-3CB5-CBC4-5E9A-56BD88E0D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742" y="2070969"/>
            <a:ext cx="8788515" cy="185632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DC8A59A-A947-D37A-15DC-4BB06DE23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370" y="3607866"/>
            <a:ext cx="9187543" cy="31942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AEDFE0F-D8BA-EAB1-980E-106446D65F62}"/>
              </a:ext>
            </a:extLst>
          </p:cNvPr>
          <p:cNvSpPr txBox="1"/>
          <p:nvPr/>
        </p:nvSpPr>
        <p:spPr>
          <a:xfrm>
            <a:off x="3821980" y="4425622"/>
            <a:ext cx="45480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OPT Them using </a:t>
            </a:r>
            <a:r>
              <a:rPr kumimoji="1" lang="en-US" altLang="zh-CN" sz="3200" dirty="0" err="1"/>
              <a:t>Pytorch</a:t>
            </a:r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048941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8C41ED0-62AC-32D6-D1A2-B8F1DFD8F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41" y="135990"/>
            <a:ext cx="8428265" cy="658602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0E0B96C-91F0-8A05-40BC-490B16F58EDC}"/>
              </a:ext>
            </a:extLst>
          </p:cNvPr>
          <p:cNvSpPr txBox="1"/>
          <p:nvPr/>
        </p:nvSpPr>
        <p:spPr>
          <a:xfrm>
            <a:off x="8915399" y="2158483"/>
            <a:ext cx="319495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/>
              <a:t>Knowns: </a:t>
            </a:r>
          </a:p>
          <a:p>
            <a:r>
              <a:rPr kumimoji="1" lang="en-US" altLang="zh-CN" sz="2800" dirty="0"/>
              <a:t>2D projections</a:t>
            </a:r>
          </a:p>
          <a:p>
            <a:endParaRPr kumimoji="1" lang="en-US" altLang="zh-CN" sz="2800" dirty="0"/>
          </a:p>
          <a:p>
            <a:endParaRPr kumimoji="1" lang="en-US" altLang="zh-CN" sz="2800" dirty="0"/>
          </a:p>
          <a:p>
            <a:r>
              <a:rPr kumimoji="1" lang="en-US" altLang="zh-CN" sz="2800" dirty="0"/>
              <a:t>Unknowns:</a:t>
            </a:r>
          </a:p>
          <a:p>
            <a:r>
              <a:rPr kumimoji="1" lang="en-US" altLang="zh-CN" sz="2800" dirty="0"/>
              <a:t>R</a:t>
            </a:r>
            <a:r>
              <a:rPr kumimoji="1" lang="zh-CN" altLang="en-US" sz="2800" dirty="0"/>
              <a:t>、</a:t>
            </a:r>
            <a:r>
              <a:rPr kumimoji="1" lang="en-US" altLang="zh-CN" sz="2800" dirty="0"/>
              <a:t>T</a:t>
            </a:r>
            <a:r>
              <a:rPr kumimoji="1" lang="zh-CN" altLang="en-US" sz="2800" dirty="0"/>
              <a:t>、</a:t>
            </a:r>
            <a:r>
              <a:rPr kumimoji="1" lang="en-US" altLang="zh-CN" sz="2800" dirty="0"/>
              <a:t>focal length</a:t>
            </a:r>
          </a:p>
          <a:p>
            <a:r>
              <a:rPr kumimoji="1" lang="en-US" altLang="zh-CN" sz="2800" dirty="0"/>
              <a:t>3D Pts</a:t>
            </a:r>
          </a:p>
          <a:p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09493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4104C15-684F-752D-90F1-85618694A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69" y="334736"/>
            <a:ext cx="10145086" cy="38372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13A37DE-A52E-52F7-1301-214C80ED5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0" y="4540250"/>
            <a:ext cx="52832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9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8DDBBB1-D8EE-8D27-4B34-CF7EAA3FB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438" y="947056"/>
            <a:ext cx="10165511" cy="5584371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9FEAE480-8FF9-65FC-B93D-805A36D57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73"/>
            <a:ext cx="12192000" cy="1325563"/>
          </a:xfrm>
        </p:spPr>
        <p:txBody>
          <a:bodyPr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关于相机坐标</a:t>
            </a:r>
          </a:p>
        </p:txBody>
      </p:sp>
    </p:spTree>
    <p:extLst>
      <p:ext uri="{BB962C8B-B14F-4D97-AF65-F5344CB8AC3E}">
        <p14:creationId xmlns:p14="http://schemas.microsoft.com/office/powerpoint/2010/main" val="4188793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A425A73-AF93-1476-A070-90644AE0C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73"/>
            <a:ext cx="12192000" cy="1325563"/>
          </a:xfrm>
        </p:spPr>
        <p:txBody>
          <a:bodyPr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关于初始化和结果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4E8A4D-C7BB-8C09-5296-78941885D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72" y="2078170"/>
            <a:ext cx="10786225" cy="307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54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CB16102-788F-691F-C2F1-ED9E3D3D3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5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实际演示</a:t>
            </a:r>
          </a:p>
        </p:txBody>
      </p:sp>
    </p:spTree>
    <p:extLst>
      <p:ext uri="{BB962C8B-B14F-4D97-AF65-F5344CB8AC3E}">
        <p14:creationId xmlns:p14="http://schemas.microsoft.com/office/powerpoint/2010/main" val="4165038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5D8E6C3-8441-A4EA-AADA-E174E455B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73"/>
            <a:ext cx="12192000" cy="1325563"/>
          </a:xfrm>
        </p:spPr>
        <p:txBody>
          <a:bodyPr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Part 2: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BundleAdjustment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using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Colmap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E07291-A6FF-FD24-7E51-9F37C9AE5EF1}"/>
              </a:ext>
            </a:extLst>
          </p:cNvPr>
          <p:cNvSpPr txBox="1"/>
          <p:nvPr/>
        </p:nvSpPr>
        <p:spPr>
          <a:xfrm>
            <a:off x="0" y="5971206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hlinkClick r:id="rId3"/>
              </a:rPr>
              <a:t>https://colmap.github.io/</a:t>
            </a:r>
            <a:endParaRPr lang="zh-CN" altLang="en-US" sz="28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5884160-3AC2-87C8-96E7-87EA44A04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234182"/>
            <a:ext cx="7772400" cy="473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92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6ADA403-DE68-8931-D3D6-F198234E4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54" y="450755"/>
            <a:ext cx="10376892" cy="595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698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2EFDD621-FCBD-2D26-F846-4D5E0DDD3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73"/>
            <a:ext cx="12192000" cy="1325563"/>
          </a:xfrm>
        </p:spPr>
        <p:txBody>
          <a:bodyPr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Part 2: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BundleAdjustment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using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Colmap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786A31-341E-8C2A-9A9E-C99D378E4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41" y="1197078"/>
            <a:ext cx="4017481" cy="551396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E5CAB6-C84D-77F5-9926-9EDFC42B75D2}"/>
              </a:ext>
            </a:extLst>
          </p:cNvPr>
          <p:cNvSpPr txBox="1"/>
          <p:nvPr/>
        </p:nvSpPr>
        <p:spPr>
          <a:xfrm>
            <a:off x="6359980" y="3261562"/>
            <a:ext cx="41229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无代码要求</a:t>
            </a:r>
            <a:endParaRPr kumimoji="1" lang="en-US" altLang="zh-CN" sz="2800" dirty="0"/>
          </a:p>
          <a:p>
            <a:endParaRPr kumimoji="1" lang="en-US" altLang="zh-CN" sz="2800" dirty="0"/>
          </a:p>
          <a:p>
            <a:r>
              <a:rPr kumimoji="1" lang="zh-CN" altLang="en-US" sz="2800" dirty="0"/>
              <a:t>配置环境和熟悉使用</a:t>
            </a:r>
          </a:p>
        </p:txBody>
      </p:sp>
    </p:spTree>
    <p:extLst>
      <p:ext uri="{BB962C8B-B14F-4D97-AF65-F5344CB8AC3E}">
        <p14:creationId xmlns:p14="http://schemas.microsoft.com/office/powerpoint/2010/main" val="1554430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B2E23-431B-15DB-EAAA-072292EEC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0FE1D11-84E3-AF70-49F9-E5C2ABB8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5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实际演示</a:t>
            </a:r>
          </a:p>
        </p:txBody>
      </p:sp>
    </p:spTree>
    <p:extLst>
      <p:ext uri="{BB962C8B-B14F-4D97-AF65-F5344CB8AC3E}">
        <p14:creationId xmlns:p14="http://schemas.microsoft.com/office/powerpoint/2010/main" val="2466600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A9D33A8-EEB8-B7F4-6E47-F642693E1BC6}"/>
              </a:ext>
            </a:extLst>
          </p:cNvPr>
          <p:cNvSpPr/>
          <p:nvPr/>
        </p:nvSpPr>
        <p:spPr>
          <a:xfrm>
            <a:off x="0" y="2123564"/>
            <a:ext cx="12192000" cy="1980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064CFF-1AD1-C821-3A80-46EA9BE8B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2" y="27708"/>
            <a:ext cx="4066252" cy="92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占位符 8">
            <a:extLst>
              <a:ext uri="{FF2B5EF4-FFF2-40B4-BE49-F238E27FC236}">
                <a16:creationId xmlns:a16="http://schemas.microsoft.com/office/drawing/2014/main" id="{628ED951-C8D7-41F7-1FA5-A17C2EBFC694}"/>
              </a:ext>
            </a:extLst>
          </p:cNvPr>
          <p:cNvSpPr txBox="1">
            <a:spLocks/>
          </p:cNvSpPr>
          <p:nvPr/>
        </p:nvSpPr>
        <p:spPr>
          <a:xfrm>
            <a:off x="0" y="2377966"/>
            <a:ext cx="12192000" cy="14712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9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Q&amp;A</a:t>
            </a:r>
            <a:endParaRPr lang="zh-CN" altLang="en-US" sz="9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827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3226</TotalTime>
  <Words>89</Words>
  <Application>Microsoft Macintosh PowerPoint</Application>
  <PresentationFormat>宽屏</PresentationFormat>
  <Paragraphs>26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Part 1: BundleAdjustment using Pytorch</vt:lpstr>
      <vt:lpstr>PowerPoint 演示文稿</vt:lpstr>
      <vt:lpstr>PowerPoint 演示文稿</vt:lpstr>
      <vt:lpstr>关于相机坐标</vt:lpstr>
      <vt:lpstr>关于初始化和结果</vt:lpstr>
      <vt:lpstr>实际演示</vt:lpstr>
      <vt:lpstr>Part 2: BundleAdjustment using Colmap</vt:lpstr>
      <vt:lpstr>PowerPoint 演示文稿</vt:lpstr>
      <vt:lpstr>Part 2: BundleAdjustment using Colmap</vt:lpstr>
      <vt:lpstr>实际演示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Yudong Guo</dc:creator>
  <cp:lastModifiedBy>郭玉东</cp:lastModifiedBy>
  <cp:revision>1061</cp:revision>
  <dcterms:created xsi:type="dcterms:W3CDTF">2024-09-07T05:54:15Z</dcterms:created>
  <dcterms:modified xsi:type="dcterms:W3CDTF">2026-04-16T11:48:02Z</dcterms:modified>
</cp:coreProperties>
</file>